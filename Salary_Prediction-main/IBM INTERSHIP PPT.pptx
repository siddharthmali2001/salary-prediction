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5"/>
  </p:notesMasterIdLst>
  <p:sldIdLst>
    <p:sldId id="256" r:id="rId5"/>
    <p:sldId id="2146847054" r:id="rId6"/>
    <p:sldId id="262" r:id="rId7"/>
    <p:sldId id="265" r:id="rId8"/>
    <p:sldId id="266" r:id="rId9"/>
    <p:sldId id="267" r:id="rId10"/>
    <p:sldId id="268" r:id="rId11"/>
    <p:sldId id="2146847055" r:id="rId12"/>
    <p:sldId id="269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20" y="3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7/23/2025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7/23/2025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7/23/2025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7/23/2025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Salary Prediction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IBM INTERSHIP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1. SIDDHARTH  MALI GANPAT UNIVERSITY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(Step by Step  Procedure)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Scope(</a:t>
            </a:r>
            <a:r>
              <a:rPr lang="en-US" sz="2000" b="1" dirty="0" err="1">
                <a:latin typeface="Arial"/>
                <a:ea typeface="+mn-lt"/>
                <a:cs typeface="Arial"/>
              </a:rPr>
              <a:t>Optonal</a:t>
            </a:r>
            <a:r>
              <a:rPr lang="en-US" sz="2000" b="1" dirty="0">
                <a:latin typeface="Arial"/>
                <a:ea typeface="+mn-lt"/>
                <a:cs typeface="Arial"/>
              </a:rPr>
              <a:t>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766C9E2-E266-662F-CD20-D074D4C39C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5850" y="2556409"/>
            <a:ext cx="876935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many industries, predicting the right salary for a position can be challenging due to varying qualifications, roles, and experience.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aims to build a machine learning model that can predict an employee's salary based on relevant features like experience, education level, and job role.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rgbClr val="0F0F0F"/>
                </a:solidFill>
                <a:ea typeface="+mn-lt"/>
                <a:cs typeface="+mn-lt"/>
              </a:rPr>
              <a:t>The </a:t>
            </a:r>
            <a:r>
              <a:rPr lang="en-US" sz="2800" dirty="0"/>
              <a:t>Load, clean, and encode data → Train Linear &amp; Polynomial Regression models → Evaluate performance and predict salaries</a:t>
            </a:r>
          </a:p>
          <a:p>
            <a:pPr marL="305435" indent="-305435"/>
            <a:r>
              <a:rPr lang="en-IN" sz="2800" b="1" dirty="0">
                <a:solidFill>
                  <a:srgbClr val="0F0F0F"/>
                </a:solidFill>
              </a:rPr>
              <a:t>System requirements : </a:t>
            </a:r>
            <a:r>
              <a:rPr lang="en-US" sz="2800" dirty="0"/>
              <a:t>Python, </a:t>
            </a:r>
            <a:r>
              <a:rPr lang="en-US" sz="2800" dirty="0" err="1"/>
              <a:t>Jupyter</a:t>
            </a:r>
            <a:r>
              <a:rPr lang="en-US" sz="2800" dirty="0"/>
              <a:t> Notebook, Pandas, Scikit-learn</a:t>
            </a:r>
            <a:endParaRPr lang="en-IN" sz="2800" b="1" dirty="0">
              <a:solidFill>
                <a:srgbClr val="0F0F0F"/>
              </a:solidFill>
            </a:endParaRPr>
          </a:p>
          <a:p>
            <a:pPr marL="305435" indent="-305435"/>
            <a:r>
              <a:rPr lang="en-US" sz="2800" b="1" dirty="0"/>
              <a:t>Environment</a:t>
            </a:r>
            <a:r>
              <a:rPr lang="en-US" sz="2800" dirty="0"/>
              <a:t>: Runs on local machine or Google </a:t>
            </a:r>
            <a:r>
              <a:rPr lang="en-US" sz="2800" dirty="0" err="1"/>
              <a:t>Colab</a:t>
            </a:r>
            <a:endParaRPr lang="en-IN" sz="2800" b="1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🤖 Algorithm &amp; Deployment</a:t>
            </a:r>
          </a:p>
          <a:p>
            <a:pPr marL="0" indent="0">
              <a:buNone/>
            </a:pPr>
            <a:r>
              <a:rPr lang="en-US" sz="2800" b="1" dirty="0"/>
              <a:t>Algorithm</a:t>
            </a:r>
            <a:r>
              <a:rPr lang="en-US" sz="2800" dirty="0"/>
              <a:t>:</a:t>
            </a:r>
          </a:p>
          <a:p>
            <a:r>
              <a:rPr lang="en-US" sz="2800" dirty="0"/>
              <a:t>Used </a:t>
            </a:r>
            <a:r>
              <a:rPr lang="en-US" sz="2800" b="1" dirty="0"/>
              <a:t>Linear Regression</a:t>
            </a:r>
            <a:r>
              <a:rPr lang="en-US" sz="2800" dirty="0"/>
              <a:t> and </a:t>
            </a:r>
            <a:r>
              <a:rPr lang="en-US" sz="2800" b="1" dirty="0"/>
              <a:t>Polynomial Regression</a:t>
            </a:r>
            <a:r>
              <a:rPr lang="en-US" sz="2800" dirty="0"/>
              <a:t> to model salary prediction.</a:t>
            </a:r>
          </a:p>
          <a:p>
            <a:r>
              <a:rPr lang="en-US" sz="2800" dirty="0"/>
              <a:t>Compared models using R² score and Mean Squared Error (MSE).</a:t>
            </a:r>
          </a:p>
          <a:p>
            <a:pPr marL="0" indent="0">
              <a:buNone/>
            </a:pPr>
            <a:r>
              <a:rPr lang="en-US" sz="2800" b="1" dirty="0"/>
              <a:t>Deployment</a:t>
            </a:r>
            <a:r>
              <a:rPr lang="en-US" sz="2800" dirty="0"/>
              <a:t>:</a:t>
            </a:r>
          </a:p>
          <a:p>
            <a:r>
              <a:rPr lang="en-US" sz="2800" dirty="0"/>
              <a:t>Can be deployed using </a:t>
            </a:r>
            <a:r>
              <a:rPr lang="en-US" sz="2800" b="1" dirty="0"/>
              <a:t>Flask</a:t>
            </a:r>
            <a:r>
              <a:rPr lang="en-US" sz="2800" dirty="0"/>
              <a:t> or </a:t>
            </a:r>
            <a:r>
              <a:rPr lang="en-US" sz="2800" b="1" dirty="0" err="1"/>
              <a:t>Streamlit</a:t>
            </a:r>
            <a:r>
              <a:rPr lang="en-US" sz="2800" dirty="0"/>
              <a:t> for web access.</a:t>
            </a:r>
          </a:p>
          <a:p>
            <a:r>
              <a:rPr lang="en-US" sz="2800" dirty="0"/>
              <a:t>Ideal for integration with HR portals or internal tools.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305435" indent="-305435"/>
            <a:r>
              <a:rPr lang="en-US" sz="2800" b="1" dirty="0"/>
              <a:t>Attach your </a:t>
            </a:r>
            <a:r>
              <a:rPr lang="en-US" sz="2800" b="1" dirty="0" err="1"/>
              <a:t>Github</a:t>
            </a:r>
            <a:r>
              <a:rPr lang="en-US" sz="2800" b="1" dirty="0"/>
              <a:t> link</a:t>
            </a:r>
          </a:p>
          <a:p>
            <a:pPr marL="305435" indent="-305435"/>
            <a:r>
              <a:rPr lang="en-US" sz="2800" dirty="0">
                <a:ea typeface="+mn-lt"/>
                <a:cs typeface="+mn-lt"/>
              </a:rPr>
              <a:t>https://github.com/</a:t>
            </a:r>
            <a:endParaRPr lang="en-US"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3F3982-AD2F-2747-6EDB-A1771B190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620" y="1512950"/>
            <a:ext cx="3832418" cy="2546350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44E7C3C-6C00-DFCE-FA47-1D69D2FDE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249" y="1105243"/>
            <a:ext cx="2061695" cy="3299315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37711B7-72F8-8F89-4E0A-255F2275B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811" y="1105243"/>
            <a:ext cx="2100718" cy="329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dirty="0"/>
              <a:t>The Employee Salary Prediction system provides a </a:t>
            </a:r>
            <a:r>
              <a:rPr lang="en-US" sz="2800" b="1" dirty="0"/>
              <a:t>data-driven approach</a:t>
            </a:r>
            <a:r>
              <a:rPr lang="en-US" sz="2800" dirty="0"/>
              <a:t> to estimating salaries based on experience and position.</a:t>
            </a:r>
            <a:br>
              <a:rPr lang="en-US" sz="2800" dirty="0"/>
            </a:br>
            <a:r>
              <a:rPr lang="en-US" sz="2800" dirty="0"/>
              <a:t>By using </a:t>
            </a:r>
            <a:r>
              <a:rPr lang="en-US" sz="2800" b="1" dirty="0"/>
              <a:t>machine learning algorithms</a:t>
            </a:r>
            <a:r>
              <a:rPr lang="en-US" sz="2800" dirty="0"/>
              <a:t>, it improves decision-making for HR professionals.</a:t>
            </a:r>
            <a:br>
              <a:rPr lang="en-US" sz="2800" dirty="0"/>
            </a:br>
            <a:r>
              <a:rPr lang="en-US" sz="2800" dirty="0"/>
              <a:t>The model is </a:t>
            </a:r>
            <a:r>
              <a:rPr lang="en-US" sz="2800" b="1" dirty="0"/>
              <a:t>scalable and adaptable</a:t>
            </a:r>
            <a:r>
              <a:rPr lang="en-US" sz="2800" dirty="0"/>
              <a:t>, making it valuable for real-world deployment and future enhancements.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305435" indent="-305435"/>
            <a:r>
              <a:rPr lang="en-US" sz="2800" dirty="0"/>
              <a:t>Personalized Assistance: Implement machine learning algorithms to offer personalized recommendations and adaptive guidance. Multilingual Support: Integrate language translation capabilities to cater to diverse applicant demographics. Enhanced Features: Incorporate virtual campus tours, interactive FAQs, and real-time application status updates.</a:t>
            </a:r>
            <a:endParaRPr lang="en-US" sz="28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dirty="0"/>
              <a:t>IBM </a:t>
            </a:r>
            <a:r>
              <a:rPr lang="en-US" sz="2800" dirty="0" err="1"/>
              <a:t>watsonx</a:t>
            </a:r>
            <a:r>
              <a:rPr lang="en-US" sz="2800" dirty="0"/>
              <a:t> Assistant tutorial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21</TotalTime>
  <Words>322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Employee Salary Prediction </vt:lpstr>
      <vt:lpstr>OUTLINE</vt:lpstr>
      <vt:lpstr>Problem Statement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Bayonetta 888</cp:lastModifiedBy>
  <cp:revision>39</cp:revision>
  <dcterms:created xsi:type="dcterms:W3CDTF">2021-05-26T16:50:10Z</dcterms:created>
  <dcterms:modified xsi:type="dcterms:W3CDTF">2025-07-23T06:20:26Z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2025-07-23T06:12:11Z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de1f3bdb-d890-4909-a426-452a81febe75</vt:lpwstr>
  </property>
  <property fmtid="{D5CDD505-2E9C-101B-9397-08002B2CF9AE}" pid="8" name="MSIP_Label_defa4170-0d19-0005-0004-bc88714345d2_ActionId">
    <vt:lpwstr>446274a5-ffd5-4c93-b7ff-9039cf0b647c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